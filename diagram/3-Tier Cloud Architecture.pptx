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f2220cb5-aedd-4ae4-a149-a41bc2f0ecf2.fntdata" /><ns0:Relationship Id="rIdFont16" Type="http://schemas.openxmlformats.org/officeDocument/2006/relationships/font" Target="fonts/3e62646b-92e0-48d8-8680-73d2dcb87062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4718595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1304"/>
            <a:ext cx="9525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0A5FA"/>
                </a:solidFill>
                <a:latin typeface="Inter"/>
              </a:rPr>
              <a:t>TECHNICAL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44204"/>
            <a:ext cx="8101012" cy="1340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Inter"/>
              </a:rPr>
              <a:t>Scalable 3-Tier Serverless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13745"/>
            <a:ext cx="9525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Inter"/>
              </a:rPr>
              <a:t>Automated continuous delivery on Google Cloud Platform.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04900"/>
            <a:ext cx="10972800" cy="52959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343025"/>
            <a:ext cx="10496550" cy="4819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2784276"/>
            <a:ext cx="3251150" cy="2165746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70350" y="2904232"/>
            <a:ext cx="3251150" cy="1925835"/>
          </a:xfrm>
          <a:prstGeom prst="roundRect">
            <a:avLst>
              <a:gd name="adj" fmla="val 7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26300" y="2784276"/>
            <a:ext cx="3251150" cy="2165746"/>
          </a:xfrm>
          <a:prstGeom prst="roundRect">
            <a:avLst>
              <a:gd name="adj" fmla="val 70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165276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150" y="328523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100" y="3165276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09600"/>
            <a:ext cx="112776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Core Design Principles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698676"/>
            <a:ext cx="34670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Zero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4089201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Fully serverless compute nodes.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5150" y="3818632"/>
            <a:ext cx="34670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Strict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5150" y="4209157"/>
            <a:ext cx="33019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Private data tier networks.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100" y="3698676"/>
            <a:ext cx="3467034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Immutable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4089201"/>
            <a:ext cx="273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Git-driven infrastructure provisioning.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0" y="2138362"/>
            <a:ext cx="3810000" cy="2581275"/>
          </a:xfrm>
          <a:prstGeom prst="roundRect">
            <a:avLst>
              <a:gd name="adj" fmla="val 885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2595562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00450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7650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743450"/>
            <a:ext cx="152400" cy="1809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1919287"/>
            <a:ext cx="590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Inter"/>
              </a:rP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5512"/>
            <a:ext cx="5060632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Global Delivery &amp; Edge Routing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10450" y="3433762"/>
            <a:ext cx="36195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50ms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10450" y="4071937"/>
            <a:ext cx="3619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Target global response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3567112"/>
            <a:ext cx="3869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Cloud CDN:</a:t>
            </a:r>
            <a:r>
              <a:rPr b="0" sz="1500" i="0" u="none">
                <a:solidFill>
                  <a:srgbClr val="1E293B"/>
                </a:solidFill>
                <a:latin typeface="Inter"/>
              </a:rPr>
              <a:t> Cached static assets.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024312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Serverless NEG:</a:t>
            </a:r>
            <a:r>
              <a:rPr b="0" sz="1500" i="0" u="none">
                <a:solidFill>
                  <a:srgbClr val="1E293B"/>
                </a:solidFill>
                <a:latin typeface="Inter"/>
              </a:rPr>
              <a:t> Native Load Balancer attachment.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710112"/>
            <a:ext cx="5381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Inter"/>
              </a:rPr>
              <a:t>Cloud Run (Web):</a:t>
            </a:r>
            <a:r>
              <a:rPr b="0" sz="1500" i="0" u="none">
                <a:solidFill>
                  <a:srgbClr val="1E293B"/>
                </a:solidFill>
                <a:latin typeface="Inter"/>
              </a:rPr>
              <a:t> Auto-scaling frontend hosts.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4148137"/>
            <a:ext cx="31496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21249" y="4148137"/>
            <a:ext cx="31496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4148137"/>
            <a:ext cx="314964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991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49" y="31099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310991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7750" y="324326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4124" y="3243262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0974" y="3243262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609600"/>
            <a:ext cx="112776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Backend Integration &amp; Data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19512"/>
            <a:ext cx="3937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Stateless logic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95787"/>
            <a:ext cx="32448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VPC Connector: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Bridges serverless compute to private networks.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249" y="3719512"/>
            <a:ext cx="3937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Cloud SQL PostgreSQL.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249" y="4395787"/>
            <a:ext cx="32448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Private IP Only: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Zero public internet exposure.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99" y="3719512"/>
            <a:ext cx="3937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Secret Manager integration.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99" y="4395787"/>
            <a:ext cx="324489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Dynamic Injection:</a:t>
            </a:r>
            <a:r>
              <a:rPr b="0" sz="1200" i="0" u="none">
                <a:solidFill>
                  <a:srgbClr val="64748B"/>
                </a:solidFill>
                <a:latin typeface="Inter"/>
              </a:rPr>
              <a:t> No hardcoded credentials in Terraform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214687"/>
            <a:ext cx="114014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API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0849" y="3214687"/>
            <a:ext cx="1875234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Database Tier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699" y="3214687"/>
            <a:ext cx="12001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Security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24262"/>
            <a:ext cx="103632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190500" y="2052637"/>
            <a:ext cx="125730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Inter"/>
              </a:rPr>
              <a:t>Automated Delivery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500" y="2586037"/>
            <a:ext cx="12573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GitHub Actions workflow execution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3900" y="339566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848350" y="339566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02799" y="3395662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51025" y="3395662"/>
            <a:ext cx="7810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6457" y="4119562"/>
            <a:ext cx="149018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Build &amp;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0925" y="4424362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Compile containers to Artifact Registry.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05475" y="3395662"/>
            <a:ext cx="7810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8370" y="4119562"/>
            <a:ext cx="207525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Deploy Revisions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5375" y="4424362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Zero-downtime Cloud Run native traffic splitting.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9924" y="3395662"/>
            <a:ext cx="7810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349" y="4119562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GitLab Mirror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9824" y="4424362"/>
            <a:ext cx="2381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475569"/>
                </a:solidFill>
                <a:latin typeface="Inter"/>
              </a:rPr>
              <a:t>Force-push state to Toptal environment.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2509837"/>
            <a:ext cx="5715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83060" y="3271837"/>
            <a:ext cx="7025878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Inter"/>
              </a:rPr>
              <a:t>Architecture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7625" y="4071937"/>
            <a:ext cx="44767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Questions &amp; Technical Deep Dive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3462"/>
            <a:ext cx="10060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https://images.stockcake.com/public/4/a/5/4a555310-699e-405e-89fe-6214074f5e1d_large/cloud-network-infrastructure-stockcake.jpg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3487"/>
            <a:ext cx="2119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